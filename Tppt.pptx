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7A75C-CD92-4923-A89F-998486728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D51809-7430-4739-A2D6-BE420F65A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AFF8A-1016-4003-8ED1-984A96C4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DE714-B76D-49C5-AA14-F60AB0FE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41DC2-2D6F-455A-A952-6CF7E8D3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93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9844F-134E-46E2-9492-2B8FA9DA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2FC9A-CA2D-4B67-977C-1703F0B63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7C0FE-3B79-4ED4-B5DA-7302C0F3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5A5240-63D6-48AB-B60B-CFFFCC63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949D0A-FC89-479C-97F7-139BB278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43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E460B-3AB4-4E51-936E-EF46A4C0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5E686B-C7BA-4763-81D9-DA02A971F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F8184-A42C-4140-80F8-0EE9AD0F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8467C-7738-45B1-853E-E166FD5F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84211-B543-4D25-839A-9F9AB73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74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63143-6316-4EB3-87E0-19708789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02341F-FA16-4922-B976-4D1C23C34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32DDA-621C-487C-B69F-3551F3B12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332989-3B2E-4E94-96EC-F9318A23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4627C-F11D-4E56-9B17-44DDC575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93877-CAAF-4092-AE21-303BBC9F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09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05C9B-1B6A-4273-8375-5BD21E3E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C25CE6-9DA9-4027-BF12-3B52214B4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5FF514-2386-478C-B2EE-4F3F5A4C8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C03F3F-07F7-463C-9DFD-B7C884C36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FF4799-09FF-4BF5-B937-488A3ECC1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C37732-E305-431E-B13D-7C068AA8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2EA3E7-7352-475E-95C9-306B1041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BDA5B0-0216-469F-AF52-C8C8C015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53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5A284-A133-4D9B-8D06-F1FE80BB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C5D2FB-12C9-46AA-8437-CA6D8CB6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3925ED-E55D-4E54-81A1-1564ED48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7D9FF6-2A78-4B11-A7FF-A7F266F3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42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24971E-DEFF-4E0A-A1FD-0A98D622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B39CFC-0A4B-4B80-9820-94AC6672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76C3F2-AE53-4F63-971F-96579C62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4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018E3-A64C-45E1-A7B3-E044BEA5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64B93-3345-4C3B-B256-D994E9E1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E602A9-3238-4354-BA7B-D08B14DD8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D2B9C8-8177-4DEC-B029-E126B2BB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956289-E8BC-4663-B796-2ECE9BD4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0A766B-E298-418C-B3D0-483B038C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81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1631D-BA37-43FD-BDC9-1CBC4F52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5B62E5-0B96-4A33-B139-73616C1C5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A4ED90-F89C-4D0C-A97D-A79A9A513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8243A3-1836-4128-AE7A-4DCDD9EB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285A19-C382-41B4-AF0E-1052A163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CDBF7-1435-407D-8228-34435ED0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53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FDEF-E8E4-48E0-A9B0-92A950FE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1B319F-8C22-4E26-B494-0C813E980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E4B51-8D12-42B2-A827-65716113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EFF15-239A-44F4-84A4-E78F21FA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7B66A9-0B37-40B2-99C1-40584C2C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16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A20DB6-5187-4E0C-9FD5-8215199A4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8A9240-E05A-4298-9389-EFC78FE8C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42FFB-ED5A-435E-B2B3-AAA9768B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809046-B693-474E-B499-A7675283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175C6-E20B-4015-8A60-EB82FF2B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01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FFC48C-251E-4AAF-A77A-5D3A7EF8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206D08-951E-4588-BCA2-6356A5176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074AF-B2D1-49A2-8B06-F8BDE8705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578EC-F990-497A-B3D7-8C6A185DFC0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238EB-BE86-4ED7-B4EF-DCEE95041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3B9AD-2EC9-42C0-A458-E4844AA30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222AC-4C46-496B-9ABC-1289B65706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50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6D810-1668-470B-A002-984B79B32E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123123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3AB9B9-18B2-4FAA-A4B4-26590952C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31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123123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123123</dc:title>
  <dc:creator>997</dc:creator>
  <cp:lastModifiedBy>997</cp:lastModifiedBy>
  <cp:revision>1</cp:revision>
  <dcterms:created xsi:type="dcterms:W3CDTF">2026-03-31T09:43:39Z</dcterms:created>
  <dcterms:modified xsi:type="dcterms:W3CDTF">2026-03-31T09:43:42Z</dcterms:modified>
</cp:coreProperties>
</file>